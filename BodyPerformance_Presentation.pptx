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6" r:id="rId5"/>
    <p:sldId id="258" r:id="rId6"/>
    <p:sldId id="265" r:id="rId7"/>
    <p:sldId id="268" r:id="rId8"/>
    <p:sldId id="267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34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20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66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790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67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gical-youtiao-23446d.netlify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DAA"/>
          </a:solidFill>
          <a:ln w="12700">
            <a:solidFill>
              <a:srgbClr val="14BD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1828800" cy="1828800"/>
          </a:xfrm>
          <a:prstGeom prst="ellipse">
            <a:avLst/>
          </a:prstGeom>
          <a:solidFill>
            <a:srgbClr val="14BDAA">
              <a:alpha val="45000"/>
            </a:srgbClr>
          </a:solidFill>
          <a:ln w="12700">
            <a:solidFill>
              <a:srgbClr val="14BDA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64008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/>
              </a:rPr>
              <a:t>Body Performance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ML Pipeline  ·  Data Cleaning  ·  EDA  ·  Feature Engineering  ·  5 Models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13,393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333756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337560"/>
            <a:ext cx="192024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D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382219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134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6128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61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161288"/>
            <a:ext cx="252069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ar-EG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Medical-grade limits</a:t>
            </a:r>
            <a:endParaRPr lang="en-US" sz="950" dirty="0"/>
          </a:p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950" dirty="0"/>
          </a:p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validation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41164" y="101346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6128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124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1257300"/>
            <a:ext cx="3383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13,393 rows × 12 columns</a:t>
            </a:r>
            <a:endParaRPr lang="en-US" sz="950" dirty="0"/>
          </a:p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class (A/B/C/D)</a:t>
            </a:r>
            <a:endParaRPr lang="en-US" sz="950" dirty="0"/>
          </a:p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</a:t>
            </a:r>
            <a:r>
              <a:rPr lang="en-US" sz="9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broad_jump_cm</a:t>
            </a:r>
            <a:endParaRPr lang="ar-EG" sz="9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39572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boxplots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&amp; scatter plots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28600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8600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39572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3591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grip_per_weight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fitness_composite, bp_diff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engineered features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204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63016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 Trained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Logistic/Linear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· SVM · MLP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Regression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3523488"/>
            <a:ext cx="41148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709160" y="352044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63016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5935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Tuning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886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 Validation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leaderboard ranking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— Medical Grade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7957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Verification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1435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diastolic, systolic, sit-ups counts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float64 → int64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misleading decimal output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64008" cy="11155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7957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143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03520" y="1435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across all 12 columns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required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count + percentage check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1343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313432"/>
            <a:ext cx="64008" cy="111556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441448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868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exact duplicate detected and removed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over-representation bias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shape: 13,392 rows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313432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313432"/>
            <a:ext cx="64008" cy="1115568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441448"/>
            <a:ext cx="347472" cy="347472"/>
          </a:xfrm>
          <a:prstGeom prst="ellipse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Limits Validation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bounds: age 20–90, height 25–220cm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outside clinical ranges dropped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Domain-informed — not statistical IQR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575304"/>
            <a:ext cx="41148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75304"/>
            <a:ext cx="64008" cy="11155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703320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666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Logic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68680" y="395935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rule: diastolic &lt; systolic always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violating this are recording errors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impossible BP readings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4968" y="978408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" y="110337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984" y="1124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9900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ar-EG" sz="950" b="1" dirty="0">
              <a:solidFill>
                <a:schemeClr val="accent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Medical-grade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95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validation</a:t>
            </a:r>
            <a:endParaRPr lang="en-US" sz="950" b="1" dirty="0">
              <a:solidFill>
                <a:schemeClr val="accent1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3630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6012778-1F2D-4E98-8396-EF659F632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42" y="3216493"/>
            <a:ext cx="3496056" cy="1886486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ABF7026-B5E6-4F43-AB61-20F51927D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065" y="991497"/>
            <a:ext cx="3135743" cy="2201553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26A7F5C-93E7-424F-8B4D-D7E4FD49A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5468" y="1062990"/>
            <a:ext cx="3233564" cy="391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9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Features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80390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Age in years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gender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Categorical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M / 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height_cm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Height (cm)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weight_kg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Weight (kg)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body fat_%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Body fat percentage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diastolic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Diastolic BP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systolic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Systolic BP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gripForce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Grip strength (kg)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sit &amp; bend fwd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Flexibility (cm)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sit-ups counts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# of sit-ups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broad jump_cm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Numeric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2A4A"/>
                          </a:solidFill>
                        </a:rPr>
                        <a:t>Regression 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class ★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A=Best → D=Worst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005840"/>
            <a:ext cx="64008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097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13,392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60720" y="1463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01168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011680"/>
            <a:ext cx="64008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103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Classes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6072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 · C · 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301752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017520"/>
            <a:ext cx="64008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607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per class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4023360"/>
            <a:ext cx="32918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4023360"/>
            <a:ext cx="64008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41148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Missing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60720" y="4480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4937760"/>
            <a:ext cx="329184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13385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24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044952"/>
            <a:ext cx="185921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</a:t>
            </a:r>
            <a:r>
              <a:rPr lang="ar-EG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× 12 columns</a:t>
            </a:r>
            <a:endParaRPr lang="en-US" sz="95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class (A/B/C/D)</a:t>
            </a:r>
            <a:endParaRPr lang="en-US" sz="95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161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B3E92B-319F-43B3-BDB4-9B560921E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68" y="2304288"/>
            <a:ext cx="7289531" cy="28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6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92024" y="908304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063752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069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144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boxplots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&amp; scatter plots</a:t>
            </a:r>
            <a:endParaRPr lang="en-US" sz="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06B75-7819-4CD0-8D8A-7B190B39E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" y="2049428"/>
            <a:ext cx="8951976" cy="309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33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192024" y="908304"/>
            <a:ext cx="64008" cy="10789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1063752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1069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144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boxplots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&amp; scatter plots</a:t>
            </a:r>
            <a:endParaRPr lang="en-US" sz="9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F735ABA-B2F9-4721-A5E5-5E4A64929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88" y="2087880"/>
            <a:ext cx="8864630" cy="297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4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/ height²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composition index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64008" cy="868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69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grip_per_weight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335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gripForce / weight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5727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strength (fair comparison)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6400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fitness_composite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295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sit-ups×0.4 + jump×0.4 + grip×0.2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532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overall fitness score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9659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65960"/>
            <a:ext cx="64008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bp_diff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2951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systolic − diastolic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532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pressure — cardiovascular health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26080"/>
            <a:ext cx="64008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age_fat_interaction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× body fat%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amplifies fat impact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26080"/>
            <a:ext cx="64008" cy="868680"/>
          </a:xfrm>
          <a:prstGeom prst="rect">
            <a:avLst/>
          </a:prstGeom>
          <a:solidFill>
            <a:srgbClr val="E8523A"/>
          </a:solidFill>
          <a:ln w="12700">
            <a:solidFill>
              <a:srgbClr val="E852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jump_per_weight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 jump / weight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power relative to body size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14600" y="388620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14600" y="3886200"/>
            <a:ext cx="64008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3950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situp_per_age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97480" y="4215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sit-ups / age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97480" y="4453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adjusted for age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Models</a:t>
            </a:r>
            <a:endParaRPr lang="en-US" sz="2800" dirty="0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8A4FE47A-01B2-40DF-9B6B-1DDD8BF8B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24" y="1581912"/>
            <a:ext cx="8864352" cy="29446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Results — Model Leaderboard</a:t>
            </a:r>
            <a:endParaRPr lang="en-US" sz="2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1D568A-1CBA-429F-9ADD-B790E51D2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641" y="1051560"/>
            <a:ext cx="5187943" cy="40009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E8523A">
              <a:alpha val="15000"/>
            </a:srgbClr>
          </a:solidFill>
          <a:ln w="12700">
            <a:solidFill>
              <a:srgbClr val="E8523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88208" y="2217420"/>
            <a:ext cx="3456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514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516</Words>
  <Application>Microsoft Office PowerPoint</Application>
  <PresentationFormat>On-screen Show (16:9)</PresentationFormat>
  <Paragraphs>168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Performance Analytics &amp; Intelligent Classification System</dc:title>
  <dc:subject>PptxGenJS Presentation</dc:subject>
  <dc:creator>PptxGenJS</dc:creator>
  <cp:lastModifiedBy>Admin</cp:lastModifiedBy>
  <cp:revision>11</cp:revision>
  <dcterms:created xsi:type="dcterms:W3CDTF">2026-03-28T11:28:32Z</dcterms:created>
  <dcterms:modified xsi:type="dcterms:W3CDTF">2026-03-28T17:10:45Z</dcterms:modified>
</cp:coreProperties>
</file>